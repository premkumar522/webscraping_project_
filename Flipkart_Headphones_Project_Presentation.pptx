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27AE2-15BE-2A22-F301-7049077602A9}" v="35" dt="2026-01-27T12:35:14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5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3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7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3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1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4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5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3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55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16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4426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10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1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95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Flipkart Headphones Data Analysis</a:t>
            </a:r>
          </a:p>
          <a:p>
            <a:r>
              <a:t>Using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Submitted by:</a:t>
            </a:r>
          </a:p>
          <a:p>
            <a:r>
              <a:rPr lang="en-IN" dirty="0"/>
              <a:t>VALLALA PREM KUMAR</a:t>
            </a:r>
          </a:p>
          <a:p>
            <a:r>
              <a:rPr lang="en-IN" dirty="0"/>
              <a:t>23471A05F2</a:t>
            </a:r>
            <a:endParaRPr dirty="0"/>
          </a:p>
          <a:p>
            <a:r>
              <a:rPr dirty="0"/>
              <a:t>Department - CSE</a:t>
            </a:r>
          </a:p>
          <a:p>
            <a:r>
              <a:rPr lang="en-IN" dirty="0"/>
              <a:t>Narasaraopeta Engineering College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Difficulty in manually comparing headphones online.</a:t>
            </a:r>
          </a:p>
          <a:p>
            <a:r>
              <a:t>Need automated data collection and analysis.</a:t>
            </a:r>
          </a:p>
          <a:p>
            <a:r>
              <a:t>Objective: Scrape and analyze Flipkart headphones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Extract headphone data from Flipkart</a:t>
            </a:r>
          </a:p>
          <a:p>
            <a:r>
              <a:t>• Store structured data</a:t>
            </a:r>
          </a:p>
          <a:p>
            <a:r>
              <a:t>• Analyze prices and ratings</a:t>
            </a:r>
          </a:p>
          <a:p>
            <a:r>
              <a:t>• Help in better purchasing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includes:</a:t>
            </a:r>
          </a:p>
          <a:p>
            <a:r>
              <a:t>• Product Name</a:t>
            </a:r>
          </a:p>
          <a:p>
            <a:r>
              <a:t>• Price</a:t>
            </a:r>
          </a:p>
          <a:p>
            <a:r>
              <a:t>• Rating</a:t>
            </a:r>
          </a:p>
          <a:p>
            <a:r>
              <a:t>• Reviews</a:t>
            </a:r>
          </a:p>
          <a:p>
            <a:r>
              <a:t>• Availability</a:t>
            </a:r>
          </a:p>
          <a:p>
            <a:r>
              <a:t>Source: Flipkart website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Requests</a:t>
            </a:r>
          </a:p>
          <a:p>
            <a:r>
              <a:t>• BeautifulSoup</a:t>
            </a:r>
          </a:p>
          <a:p>
            <a:r>
              <a:t>• Pandas</a:t>
            </a:r>
          </a:p>
          <a:p>
            <a:r>
              <a:t>• NumPy</a:t>
            </a:r>
          </a:p>
          <a:p>
            <a:r>
              <a:t>• Matplotlib</a:t>
            </a:r>
          </a:p>
          <a:p>
            <a:r>
              <a:t>• Seaborn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Send request to Flipkart URL</a:t>
            </a:r>
          </a:p>
          <a:p>
            <a:r>
              <a:t>2. Parse HTML content</a:t>
            </a:r>
          </a:p>
          <a:p>
            <a:r>
              <a:t>3. Extract product details</a:t>
            </a:r>
          </a:p>
          <a:p>
            <a:r>
              <a:t>4. Store in DataFrame</a:t>
            </a:r>
          </a:p>
          <a:p>
            <a:r>
              <a:t>5. Analyze and visualize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Scraping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Inspect webpage</a:t>
            </a:r>
          </a:p>
          <a:p>
            <a:r>
              <a:t>• Identify HTML tags</a:t>
            </a:r>
          </a:p>
          <a:p>
            <a:r>
              <a:t>• Extract data</a:t>
            </a:r>
          </a:p>
          <a:p>
            <a:r>
              <a:t>• Clean missing values</a:t>
            </a:r>
          </a:p>
          <a:p>
            <a:r>
              <a:t>• Store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Obtained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products are budget-friendly</a:t>
            </a:r>
          </a:p>
          <a:p>
            <a:r>
              <a:t>• Higher ratings often mean higher price</a:t>
            </a:r>
          </a:p>
          <a:p>
            <a:r>
              <a:t>• Some products lack reviews</a:t>
            </a:r>
          </a:p>
          <a:p>
            <a:r>
              <a:t>• Brand impacts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HTML classes</a:t>
            </a:r>
          </a:p>
          <a:p>
            <a:r>
              <a:t>• Missing values</a:t>
            </a:r>
          </a:p>
          <a:p>
            <a:r>
              <a:t>• Website structure changes</a:t>
            </a:r>
          </a:p>
          <a:p>
            <a:r>
              <a:t>• Request blocking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 scraping helps collect real-world data.</a:t>
            </a:r>
          </a:p>
          <a:p>
            <a:r>
              <a:rPr dirty="0"/>
              <a:t>Analysis gives useful insights.</a:t>
            </a:r>
          </a:p>
          <a:p>
            <a:endParaRPr dirty="0"/>
          </a:p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208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Flipkart Headphones Data Analysis Using Web Scraping</vt:lpstr>
      <vt:lpstr>Problem Statement</vt:lpstr>
      <vt:lpstr>Project Objectives</vt:lpstr>
      <vt:lpstr>Dataset Description</vt:lpstr>
      <vt:lpstr>Used Libraries</vt:lpstr>
      <vt:lpstr>Data Pipeline</vt:lpstr>
      <vt:lpstr>Web Scraping Process</vt:lpstr>
      <vt:lpstr>Insights Obtained</vt:lpstr>
      <vt:lpstr>Problems Faced</vt:lpstr>
      <vt:lpstr>Conclusion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lakshmimanikanta991@gmail.com</cp:lastModifiedBy>
  <cp:revision>32</cp:revision>
  <dcterms:created xsi:type="dcterms:W3CDTF">2013-01-27T09:14:16Z</dcterms:created>
  <dcterms:modified xsi:type="dcterms:W3CDTF">2026-01-27T12:35:37Z</dcterms:modified>
  <cp:category/>
</cp:coreProperties>
</file>